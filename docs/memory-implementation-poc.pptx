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Sudhanshu" userId="6a603b59-444f-432a-9cca-f86ea98ac30c" providerId="ADAL" clId="{63A7FE99-6124-4725-BF9A-CE5AC741DA5E}"/>
    <pc:docChg chg="modSld">
      <pc:chgData name="Singh, Sudhanshu" userId="6a603b59-444f-432a-9cca-f86ea98ac30c" providerId="ADAL" clId="{63A7FE99-6124-4725-BF9A-CE5AC741DA5E}" dt="2026-02-21T10:13:05.600" v="9" actId="14100"/>
      <pc:docMkLst>
        <pc:docMk/>
      </pc:docMkLst>
      <pc:sldChg chg="modSp mod">
        <pc:chgData name="Singh, Sudhanshu" userId="6a603b59-444f-432a-9cca-f86ea98ac30c" providerId="ADAL" clId="{63A7FE99-6124-4725-BF9A-CE5AC741DA5E}" dt="2026-02-21T10:10:31.028" v="2" actId="1076"/>
        <pc:sldMkLst>
          <pc:docMk/>
          <pc:sldMk cId="0" sldId="259"/>
        </pc:sldMkLst>
        <pc:spChg chg="mod">
          <ac:chgData name="Singh, Sudhanshu" userId="6a603b59-444f-432a-9cca-f86ea98ac30c" providerId="ADAL" clId="{63A7FE99-6124-4725-BF9A-CE5AC741DA5E}" dt="2026-02-21T10:10:26.872" v="1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1T10:10:31.028" v="2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Singh, Sudhanshu" userId="6a603b59-444f-432a-9cca-f86ea98ac30c" providerId="ADAL" clId="{63A7FE99-6124-4725-BF9A-CE5AC741DA5E}" dt="2026-02-21T10:12:08.851" v="7" actId="14100"/>
        <pc:sldMkLst>
          <pc:docMk/>
          <pc:sldMk cId="0" sldId="261"/>
        </pc:sldMkLst>
        <pc:spChg chg="mod">
          <ac:chgData name="Singh, Sudhanshu" userId="6a603b59-444f-432a-9cca-f86ea98ac30c" providerId="ADAL" clId="{63A7FE99-6124-4725-BF9A-CE5AC741DA5E}" dt="2026-02-21T10:12:08.851" v="7" actId="1410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1T10:11:52.069" v="4" actId="14100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Singh, Sudhanshu" userId="6a603b59-444f-432a-9cca-f86ea98ac30c" providerId="ADAL" clId="{63A7FE99-6124-4725-BF9A-CE5AC741DA5E}" dt="2026-02-21T10:13:05.600" v="9" actId="14100"/>
        <pc:sldMkLst>
          <pc:docMk/>
          <pc:sldMk cId="0" sldId="263"/>
        </pc:sldMkLst>
        <pc:spChg chg="mod">
          <ac:chgData name="Singh, Sudhanshu" userId="6a603b59-444f-432a-9cca-f86ea98ac30c" providerId="ADAL" clId="{63A7FE99-6124-4725-BF9A-CE5AC741DA5E}" dt="2026-02-21T10:12:56.930" v="8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1T10:13:05.600" v="9" actId="14100"/>
          <ac:spMkLst>
            <pc:docMk/>
            <pc:sldMk cId="0" sldId="263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Editor Recommender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CDE"/>
                </a:solidFill>
                <a:latin typeface="Calibri"/>
              </a:defRPr>
            </a:pPr>
            <a:r>
              <a:t>Session &amp; Long-term Memory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POC —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LangGraph Checkpointer  •  LangGraph Store  •  pgvector  •  PostgreSQL</a:t>
            </a:r>
          </a:p>
          <a:p>
            <a:pPr>
              <a:spcAft>
                <a:spcPts val="54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540"/>
              </a:spcAft>
              <a:defRPr sz="1800" b="0">
                <a:solidFill>
                  <a:srgbClr val="888899"/>
                </a:solidFill>
                <a:latin typeface="Calibri"/>
              </a:defRPr>
            </a:pPr>
            <a:r>
              <a:t>February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— Before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The workflow only had in-context state — data lived in RAM during a single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2004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❌  No Crash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If pod restarts mid-workflow,</a:t>
            </a:r>
            <a:br/>
            <a:r>
              <a:t>all progress is lost.</a:t>
            </a:r>
            <a:br/>
            <a:r>
              <a:t>Must re-run from scratch.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2004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❌  No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No record of what happened</a:t>
            </a:r>
            <a:br/>
            <a:r>
              <a:t>at each decision step.</a:t>
            </a:r>
            <a:br/>
            <a:r>
              <a:t>Cannot debug or comply.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32004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❌  No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System cannot recall past</a:t>
            </a:r>
            <a:br/>
            <a:r>
              <a:t>editor assignments.</a:t>
            </a:r>
            <a:br/>
            <a:r>
              <a:t>Every decision is from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Current workflow:  check_resubmission  →  fetch_data  →  generate_recommendation  →  verify  →  execute_assignment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Three Memory 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463040" cy="365760"/>
          </a:xfrm>
          <a:prstGeom prst="round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EXISTED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In-Context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LangGraph State TypedDict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Passes data between nodes</a:t>
            </a:r>
            <a:br/>
            <a:r>
              <a:t>• Lives in process RAM</a:t>
            </a:r>
            <a:br/>
            <a:r>
              <a:t>• Already existed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14630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NEW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CDE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Session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AsyncPostgresSaver → Postgres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Auto-checkpoint after every node</a:t>
            </a:r>
            <a:br/>
            <a:r>
              <a:t>• Crash recovery — resume from last step</a:t>
            </a:r>
            <a:br/>
            <a:r>
              <a:t>• Full audit trail of all state changes</a:t>
            </a:r>
            <a:br/>
            <a:r>
              <a:t>• thread_id per manuscript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14630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NEW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Long-term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AsyncPostgresStore → pgvector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566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Stores completed assignments permanently</a:t>
            </a:r>
            <a:br/>
            <a:r>
              <a:t>• Semantic search over past decisions</a:t>
            </a:r>
            <a:br/>
            <a:r>
              <a:t>• Agent learns from history</a:t>
            </a:r>
            <a:br/>
            <a:r>
              <a:t>• Namespaced by journal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— How Memory Integrates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1247120" cy="109728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9CDE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  (app.py)  —  POST /</a:t>
            </a:r>
            <a:r>
              <a:rPr dirty="0" err="1"/>
              <a:t>execute_workflow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975104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lifespan:  if POSTGRES_URI  →  </a:t>
            </a:r>
            <a:r>
              <a:rPr dirty="0" err="1"/>
              <a:t>create_checkpointer</a:t>
            </a:r>
            <a:r>
              <a:rPr dirty="0"/>
              <a:t>() + </a:t>
            </a:r>
            <a:r>
              <a:rPr dirty="0" err="1"/>
              <a:t>create_store</a:t>
            </a:r>
            <a:r>
              <a:rPr dirty="0"/>
              <a:t>()   else  →  run without memory (graceful)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check_</a:t>
            </a:r>
            <a:br/>
            <a:r>
              <a:t>resubmission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fetch_</a:t>
            </a:r>
            <a:br/>
            <a:r>
              <a:t>manuscript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generate_</a:t>
            </a:r>
            <a:br/>
            <a:r>
              <a:t>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verify_</a:t>
            </a:r>
            <a:br/>
            <a:r>
              <a:t>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execute_</a:t>
            </a:r>
            <a:br/>
            <a:r>
              <a:t>assignment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38912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49224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59536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Calibri"/>
              </a:defRPr>
            </a:pPr>
            <a:r>
              <a:t>↓ CHECKPOINT saved to Postgres after EACH node  (Tier 2: Session Memory)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5303520" cy="18288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Calibri"/>
              </a:defRPr>
            </a:pPr>
            <a:r>
              <a:t>TIER 2:  Session Memory  (AsyncPostgresSaver)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Auto-checkpoint after every node execution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thread_id = "{journal_id}-{manuscript_number}"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Resume from last checkpoint on pod restart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aget_state_history() for full audit trail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486400" cy="1828800"/>
          </a:xfrm>
          <a:prstGeom prst="roundRect">
            <a:avLst/>
          </a:prstGeom>
          <a:solidFill>
            <a:srgbClr val="1A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TIER 3:  Long-term Memory  (AsyncPostgresStore + pgvector)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Saves completed assignments after workflow ends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Namespace: ("assignments", journal_id)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pgvector embeddings on reasoning + topics fields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Semantic search for similar past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CDE"/>
                </a:solidFill>
                <a:latin typeface="Calibri"/>
              </a:defRPr>
            </a:pPr>
            <a:r>
              <a:t>Tier 2: Session Memory — How Checkpointing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Normal Execution — Every Step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① fetch_manuscript_data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checkpoint_1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② generate_recommendation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checkpoint_2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③ verify_recommendation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checkpoint_3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④ execute_assignment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checkpoint_4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⑤ DONE — full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= 4 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Crash Recovery — Resume from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① fetch_manuscript_data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checkpoint_1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677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② generate_recommendation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267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checkpoint_2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9806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③ Pod crashes! 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798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💥 CRASH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284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④ Pod restarts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32841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→ loads checkpoint_2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58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⑤ Resumes from verify_recommendation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587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checkpoint_3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⑥ execute_assignment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checkpoint_4 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1947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⑦ DONE — no work lost!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91947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= zero data loss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# ee_graph_anthropic.py — async_execute_workflow()</a:t>
            </a:r>
            <a:br/>
            <a:r>
              <a:t>thread_id = f"{manuscript_submission.journal_id}-{manuscript_submission.manuscript_number}"</a:t>
            </a:r>
            <a:br/>
            <a:r>
              <a:t>config = {"configurable": {"thread_id": thread_id}}</a:t>
            </a:r>
            <a:br/>
            <a:r>
              <a:t>async for step in self._astream(manuscript_submission, config=config):  # auto-checkpoints!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Tier 3: Long-term Memory — Assignment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Saving — After Workflow Completes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①  Workflow finishes → editor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②  save_assignment_to_memory() called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③  Extracts: editor_id, reasoning,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④  Stores under namespace ("assignments", journal_id)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⑤  Key = manuscript_number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⑥  pgvector indexes reasoning +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Searching — Future Workflows Query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①  New manuscript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②  search_similar_assignments(query, journal_id)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③  pgvector finds semantically similar past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④  LLM sees: 'For similar papers, editor X worked well'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⑤  Better, data-driven recommendations!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54881"/>
            <a:ext cx="10863072" cy="1984264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19"/>
            <a:ext cx="1019556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rPr dirty="0"/>
              <a:t># memory.py — What gets stored per assignment</a:t>
            </a:r>
            <a:br>
              <a:rPr dirty="0"/>
            </a:br>
            <a:r>
              <a:rPr dirty="0" err="1"/>
              <a:t>memory_record</a:t>
            </a:r>
            <a:r>
              <a:rPr dirty="0"/>
              <a:t> = {</a:t>
            </a:r>
            <a:br>
              <a:rPr dirty="0"/>
            </a:br>
            <a:r>
              <a:rPr dirty="0"/>
              <a:t>    "</a:t>
            </a:r>
            <a:r>
              <a:rPr dirty="0" err="1"/>
              <a:t>editor_id</a:t>
            </a:r>
            <a:r>
              <a:rPr dirty="0"/>
              <a:t>": "130958",            "</a:t>
            </a:r>
            <a:r>
              <a:rPr dirty="0" err="1"/>
              <a:t>editor_person_id</a:t>
            </a:r>
            <a:r>
              <a:rPr dirty="0"/>
              <a:t>": "person-001",</a:t>
            </a:r>
            <a:br>
              <a:rPr dirty="0"/>
            </a:br>
            <a:r>
              <a:rPr dirty="0"/>
              <a:t>    "reasoning": "Expert in organic chemistry...",</a:t>
            </a:r>
            <a:br>
              <a:rPr dirty="0"/>
            </a:br>
            <a:r>
              <a:rPr dirty="0"/>
              <a:t>    "topics": "catalysis, organic synthesis",</a:t>
            </a:r>
            <a:br>
              <a:rPr dirty="0"/>
            </a:br>
            <a:r>
              <a:rPr dirty="0"/>
              <a:t>    "</a:t>
            </a:r>
            <a:r>
              <a:rPr dirty="0" err="1"/>
              <a:t>journal_id</a:t>
            </a:r>
            <a:r>
              <a:rPr dirty="0"/>
              <a:t>": "</a:t>
            </a:r>
            <a:r>
              <a:rPr dirty="0" err="1"/>
              <a:t>jacs</a:t>
            </a:r>
            <a:r>
              <a:rPr dirty="0"/>
              <a:t>",             "</a:t>
            </a:r>
            <a:r>
              <a:rPr dirty="0" err="1"/>
              <a:t>manuscript_number</a:t>
            </a:r>
            <a:r>
              <a:rPr dirty="0"/>
              <a:t>": "JACS-2026-00001",</a:t>
            </a:r>
            <a:br>
              <a:rPr dirty="0"/>
            </a:br>
            <a:r>
              <a:rPr dirty="0"/>
              <a:t>    "</a:t>
            </a:r>
            <a:r>
              <a:rPr dirty="0" err="1"/>
              <a:t>runner_up</a:t>
            </a:r>
            <a:r>
              <a:rPr dirty="0"/>
              <a:t>": "person-002",        "timestamp": "2026-02-21T10:30:00Z",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r>
              <a:rPr dirty="0"/>
              <a:t>await </a:t>
            </a:r>
            <a:r>
              <a:rPr dirty="0" err="1"/>
              <a:t>store.aput</a:t>
            </a:r>
            <a:r>
              <a:rPr dirty="0"/>
              <a:t>(namespace=("assignments", "</a:t>
            </a:r>
            <a:r>
              <a:rPr dirty="0" err="1"/>
              <a:t>jacs</a:t>
            </a:r>
            <a:r>
              <a:rPr dirty="0"/>
              <a:t>"), key="JACS-2026-00001", value=</a:t>
            </a:r>
            <a:r>
              <a:rPr dirty="0" err="1"/>
              <a:t>memory_record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Files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New Files  (5)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rPr dirty="0"/>
              <a:t>memory.py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37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~290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Core module — checkpointer, store, save/search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test_memory_local.py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~388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 unit tests — MemorySaver + InMemoryStore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test_memory_integration.py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~352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34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3 integration tests — real graph + mock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test_memory.py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~200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83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 Postgres tests (for when Docker available)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poc_memory_demo.py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~300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 interactive demos for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Modified Files  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onsolas"/>
              </a:defRPr>
            </a:pPr>
            <a:r>
              <a:t>ee_graph_anthropic.py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120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Accepts checkpointer/store, builds thread config, saves to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onsolas"/>
              </a:defRPr>
            </a:pPr>
            <a:r>
              <a:t>app.py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6235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Lifespan creates memory if POSTGRES_URI set, graceful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26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onsolas"/>
              </a:defRPr>
            </a:pPr>
            <a:r>
              <a:t>pyproject.toml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61264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Added langgraph-checkpoint-postgres, langgraph-store-postgres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Test Results — 8/8 Tests + 4/4 Demos Passed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Unit Tests — test_memory_local.py  (5/5  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✅ test_session_memory_checkpoint_and_resume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✅ test_session_memory_audit_trail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✅ test_long_term_memory_store_and_retrieve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✅ test_save_assignment_to_memory_helper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✅ test_both_memories_combined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888736" cy="256032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rPr dirty="0"/>
              <a:t>Integration Tests — test_memory_integration.py  (3/3  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828800"/>
            <a:ext cx="46817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✅ test_full_workflow_with_memory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    → 7+ checkpoints, assignment saved to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rPr dirty="0"/>
              <a:t>✅ </a:t>
            </a:r>
            <a:r>
              <a:rPr dirty="0" err="1"/>
              <a:t>test_resubmission_flow_with_memory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    → resubmission path + 5+ checkpoints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✅ test_multiple_manuscripts_build_knowledge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    → 3 manuscripts, 3 records, all searchable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47120" cy="164592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POC Demo — poc_memory_demo.py  (4/4  ✅)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 Demo 1: Crash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572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Interrupt graph mid-run, resume from checkpoint — zero data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 Demo 2: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46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Show all state changes via aget_state_history() — full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 Demo 3: Store &amp;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120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Save 3 assignments, retrieve by key, verify data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 Demo 4: Real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394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 EditorAssignmentWorkflow graph with both memories 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All tests run with in-memory backends (MemorySaver + InMemoryStore) — same interface as Postgres, no Docker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In-Memory Tests Are Valid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LangGraph uses a backend abstraction — like Java's JPA / Spring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4114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Interface:  BaseCheckpointSaver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4114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Interface:  BaseStore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2743200" cy="914400"/>
          </a:xfrm>
          <a:prstGeom prst="roundRect">
            <a:avLst/>
          </a:prstGeom>
          <a:solidFill>
            <a:srgbClr val="2A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MemorySaver</a:t>
            </a:r>
            <a:br/>
            <a:r>
              <a:t>(in-memory)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Unit Tests  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926080"/>
            <a:ext cx="2743200" cy="9144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AsyncPostgresSaver</a:t>
            </a:r>
            <a:br/>
            <a:r>
              <a:t>(Postgres)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Calibri"/>
              </a:defRPr>
            </a:pPr>
            <a:r>
              <a:t>Production  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926080"/>
            <a:ext cx="2560320" cy="914400"/>
          </a:xfrm>
          <a:prstGeom prst="roundRect">
            <a:avLst/>
          </a:prstGeom>
          <a:solidFill>
            <a:srgbClr val="2A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InMemoryStore</a:t>
            </a:r>
            <a:br/>
            <a:r>
              <a:t>(in-memory)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Unit Tests  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926080"/>
            <a:ext cx="2560320" cy="9144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AsyncPostgresStore</a:t>
            </a:r>
            <a:br/>
            <a:r>
              <a:t>(pgvector)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Calibri"/>
              </a:defRPr>
            </a:pPr>
            <a:r>
              <a:t>Production  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Java Analogy (for the Spring Boot developers)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JpaRepository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BaseCheckpointSaver / BaseStore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H2 in-memory DB (unit tests)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577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MemorySaver + InMemoryStore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8521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Real PostgreSQL (production)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8521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8521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AsyncPostgresSaver + AsyncPostgresStore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1264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@Mock / Mockito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61264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1264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Monkey-patch _fetch_manuscript_data, _call_assign_api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Next — Remaining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Completed 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✅  memory.py — core module with Tier 2 + Tier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✅  Integration into ee_graph_anthropic.py + 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✅  5 unit tests passing (in-memory backends)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✅  3 integration tests passing (real graph)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✅  4 POC demos running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✅  Graceful fallback when no Postgres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✅ 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To Do  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dirty="0"/>
              <a:t>🔲  Deploy PostgreSQL (RDS + </a:t>
            </a:r>
            <a:r>
              <a:rPr dirty="0" err="1"/>
              <a:t>pgvector</a:t>
            </a:r>
            <a:r>
              <a:rPr dirty="0"/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1691640"/>
            <a:ext cx="1188720" cy="320040"/>
          </a:xfrm>
          <a:prstGeom prst="round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🔲  Set POSTGRES_URI in K8s ConfigMap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2194560"/>
            <a:ext cx="1188720" cy="320040"/>
          </a:xfrm>
          <a:prstGeom prst="round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🔲  Docker build with memory dependencies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2697480"/>
            <a:ext cx="1188720" cy="320040"/>
          </a:xfrm>
          <a:prstGeom prst="round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54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🔲  Deploy to dev K8s via ArgoCD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3200400"/>
            <a:ext cx="1188720" cy="320040"/>
          </a:xfrm>
          <a:prstGeom prst="round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🔲  End-to-end test with real manuscript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3703320"/>
            <a:ext cx="1188720" cy="320040"/>
          </a:xfrm>
          <a:prstGeom prst="round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🔲  Feed search results into LLM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4206240"/>
            <a:ext cx="1188720" cy="320040"/>
          </a:xfrm>
          <a:prstGeom prst="round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🔲  Retry / circuit breaker patterns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4709160"/>
            <a:ext cx="1188720" cy="320040"/>
          </a:xfrm>
          <a:prstGeom prst="round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Resilience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40080" cy="640080"/>
          </a:xfrm>
          <a:prstGeom prst="round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Crash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If a pod restarts mid-workflow, no work is lost — resumes from last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640080" cy="640080"/>
          </a:xfrm>
          <a:prstGeom prst="round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Every node execution is recorded — debug any decision, anytime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6400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Learning from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Completed assignments are stored with vector embeddings — semantic search over past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64008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Zero Breaking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Memory is opt-in via POSTGRES_URI — without it, everything works exactly as before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64008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Production Ready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Same LangGraph interface for in-memory (tests) and Postgres (prod) — validated by 8 tests + 4 demos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1549</Words>
  <Application>Microsoft Office PowerPoint</Application>
  <PresentationFormat>Widescreen</PresentationFormat>
  <Paragraphs>206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Sudhanshu</cp:lastModifiedBy>
  <cp:revision>1</cp:revision>
  <dcterms:created xsi:type="dcterms:W3CDTF">2013-01-27T09:14:16Z</dcterms:created>
  <dcterms:modified xsi:type="dcterms:W3CDTF">2026-02-21T10:13:32Z</dcterms:modified>
  <cp:category/>
</cp:coreProperties>
</file>