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4389120"/>
          </a:xfrm>
          <a:prstGeom prst="rect">
            <a:avLst/>
          </a:prstGeom>
          <a:solidFill>
            <a:srgbClr val="1E2D4A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9900"/>
                </a:solidFill>
              </a:rPr>
              <a:t>AWS Strands Agents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Editor Recommender — Memory &amp; Workflow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9ED6"/>
                </a:solidFill>
              </a:rPr>
              <a:t>LangGraph → Strands  |  v1.3.0 → v1.4.0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Branch: feature/strands-memory-implementation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AWS Account: 412381768680  |  Region: us-east-1  |  EKS Namespace: 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ED6"/>
                </a:solidFill>
              </a:rPr>
              <a:t>GTS AI / Pubs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161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Why Migrate? — LangGraph limitations &amp; Strands advantages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733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Architecture: LangGraph vs Strands side-by-side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3055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Memory System: 3-Tier design (unchanged Tier 3 + new Tier 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8775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Code Changes — what was added, modified, deleted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4495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Live Data: Learning loop proof (Feb 24 → Feb 26 → Mar 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0215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Workaround: In-memory session fallback (no S3 IRSA needed)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93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Dev Deployment Checklist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1148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165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Migrate from LangGraph to Strands?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120640"/>
          </a:xfrm>
          <a:prstGeom prst="rect">
            <a:avLst/>
          </a:prstGeom>
          <a:solidFill>
            <a:srgbClr val="1E2D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</a:rPr>
              <a:t>❌  LangGraph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Explicit graph: nodes + edges hard-coded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3 workflow files (1,094 lines combined)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AsyncPostgresSaver → 6 checkpoint tables in 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942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Anthropic SDK dependency (separate from AWS)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0545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langchain-aws, langchain-mcp-adapters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Graph state machine verbose &amp; hard to extend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langgraph-cli, langgraph-checkpoint-postgres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Tight coupling: tool calls in fixed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Tier 2 (Postgres) adds latency + RDS storage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5760720" cy="5120640"/>
          </a:xfrm>
          <a:prstGeom prst="rect">
            <a:avLst/>
          </a:prstGeom>
          <a:solidFill>
            <a:srgbClr val="1E2D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1170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✅  Strands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8132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Model-driven: LLM decides which tools to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37360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Single file: ee_agent_strands.py (~500 lines)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93391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S3SessionManager → 1 JSON object per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49424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Native AWS (boto3/IRSA — no new K8s changes)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05456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Only dependency: strands-agents&gt;=1.29.0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6148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@tool decorator: simple, readable, testable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17520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Removes langgraph, langchain-aws, anthropic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7355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Flexible: LLM skips tools it doesn't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29584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Tier 2 (S3) cheaper, simpler, serverless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Architecture: LangGraph vs Strands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394960"/>
          </a:xfrm>
          <a:prstGeom prst="rect">
            <a:avLst/>
          </a:prstGeom>
          <a:solidFill>
            <a:srgbClr val="1E2D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BEFORE —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4F8C"/>
                </a:solidFill>
              </a:rPr>
              <a:t>[app.py] FastAPI  →  checkpointer + store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96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4F8C"/>
                </a:solidFill>
              </a:rPr>
              <a:t>[ee_graph_anthropic.py] Graph: START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fetch_manuscript_data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search_long_term_memory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call_llm node (Anthropic Bedrock)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parse_result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save_to_memory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0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call_assign_api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758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→  END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4106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[memory.py] AsyncPostgresSaver (Tier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   AsyncPostgresStore (Tier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394960" cy="5394960"/>
          </a:xfrm>
          <a:prstGeom prst="rect">
            <a:avLst/>
          </a:prstGeom>
          <a:solidFill>
            <a:srgbClr val="1E2D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AFTER — Strands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4F8C"/>
                </a:solidFill>
              </a:rPr>
              <a:t>[app.py] FastAPI  →  store init only (no checkpointer)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196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4F8C"/>
                </a:solidFill>
              </a:rPr>
              <a:t>[ee_agent_strands.py] EditorAssignmentAgent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84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 BedrockModel (Nova Premier)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3500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 @tool: fetch_manuscript_data()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151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 @tool: search_past_assignments(query)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80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     S3SessionManager (Tier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455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     Agent.invoke_async(task)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10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   LLM calls tools in any order it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758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   LLM returns JSON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94106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     save_to_long_term_memory() → Postgres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4F8C"/>
                </a:solidFill>
              </a:rPr>
              <a:t>     call_assign_api()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714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[memory.py] AsyncPostgresStore (Tier 3 — unchanged)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3-Tier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9ED6"/>
                </a:solidFill>
              </a:rPr>
              <a:t>What changed and what stayed the same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2468880"/>
          </a:xfrm>
          <a:prstGeom prst="rect">
            <a:avLst/>
          </a:prstGeom>
          <a:solidFill>
            <a:srgbClr val="1E2D4A"/>
          </a:solidFill>
          <a:ln w="1905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ED6"/>
                </a:solidFill>
              </a:rPr>
              <a:t>Tier 1 — Working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In-process Python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Lives only for one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1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Variables: manuscript_data,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94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editors_list, llm_output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 persistence — same as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ED6"/>
                </a:solidFill>
              </a:rPr>
              <a:t>UNCHANGED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2468880"/>
          </a:xfrm>
          <a:prstGeom prst="rect">
            <a:avLst/>
          </a:prstGeom>
          <a:solidFill>
            <a:srgbClr val="1E2D4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Tier 2 — Session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4813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BEFORE: AsyncPostgresSaver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6 checkpoint tables in 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93391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Postgres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4942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AFTER: S3SessionManager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054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1 JSON per manuscript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614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bucket: acs-us-east-1-gtsai-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175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  dev-s3-er-sessions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900"/>
                </a:solidFill>
              </a:rPr>
              <a:t>REPLACED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097280"/>
            <a:ext cx="3566160" cy="2468880"/>
          </a:xfrm>
          <a:prstGeom prst="rect">
            <a:avLst/>
          </a:prstGeom>
          <a:solidFill>
            <a:srgbClr val="1E2D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170432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Tier 3 — Long-term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4813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AsyncPostgresStore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7373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DB: mspubs-dev RDS (mspubs schema)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993391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Tables: store + writes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2494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5 rows (Feb 24 – Mar 2,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50545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Semantic search via pgvector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761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Learning loop: PROVEN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UNCHANGED 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49039"/>
            <a:ext cx="11457432" cy="2651760"/>
          </a:xfrm>
          <a:prstGeom prst="rect">
            <a:avLst/>
          </a:prstGeom>
          <a:solidFill>
            <a:srgbClr val="1E2D4A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ED6"/>
                </a:solidFill>
              </a:rPr>
              <a:t>Live Tier 3 Data (Mar 2, 2026 snapshot)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60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Postgres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16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725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mspubs.checkpoint_blobs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286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mspubs.checkpoint_migrations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84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mspubs.checkpoint_writes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406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967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mspubs.store_migrations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160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Row 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416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6725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96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1846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440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(learning data)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696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1605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4165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LangGraph checkpoints (retired)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6725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Blob storage (retired)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9286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Schema version (retired)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1846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Write ops (retired)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440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Long-term assignments ← ACTIVE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696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Store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Code Changes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474720" cy="4389120"/>
          </a:xfrm>
          <a:prstGeom prst="rect">
            <a:avLst/>
          </a:prstGeom>
          <a:solidFill>
            <a:srgbClr val="1E2D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</a:rPr>
              <a:t>🗑  DELETED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ee_graph_anthropic.py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472 lines — LangGraph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1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nodes/edges/state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942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0545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ee_graph_claude.py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~200 lines — unused 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ee_graph.py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~150 lines — original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ee_workflow_langgraph_otel.py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script entry (stale reference)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097280"/>
            <a:ext cx="3931920" cy="4389120"/>
          </a:xfrm>
          <a:prstGeom prst="rect">
            <a:avLst/>
          </a:prstGeom>
          <a:solidFill>
            <a:srgbClr val="1E2D4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1704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✏️  MODIFIED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48132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73736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Strands-only (no toggle)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1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lifespan: store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24942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ConfigDict (Pydantic V2)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50545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76148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memory.py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01752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Removed create_checkpointer()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27355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Tier 3 unchanged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52958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78561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client.py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04164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Import from ee_agent_strands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29768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5371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pyproject.toml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80974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Removed 4 LangGraph deps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06577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Added strands-agents&gt;=1.29.0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32180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Removed langgraph-cli (dev)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1097280"/>
            <a:ext cx="3383280" cy="4389120"/>
          </a:xfrm>
          <a:prstGeom prst="rect">
            <a:avLst/>
          </a:prstGeom>
          <a:solidFill>
            <a:srgbClr val="1E2D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✨ 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148132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ee_agent_strands.py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17373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~520 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199339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224942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Classes: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50545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ManuscriptSubmission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276148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EditorAssignmentAgent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0175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327355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Methods: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52958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async_execute_workflow()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378561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_build_tools()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404164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_build_system_prompt()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429768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_build_session_manager()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45537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_save_to_long_term_memory()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480974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_call_assign_api()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577840"/>
            <a:ext cx="11457432" cy="868680"/>
          </a:xfrm>
          <a:prstGeom prst="rect">
            <a:avLst/>
          </a:prstGeom>
          <a:solidFill>
            <a:srgbClr val="121A2E"/>
          </a:solidFill>
          <a:ln w="12700">
            <a:solidFill>
              <a:srgbClr val="23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623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pyproject.toml deps:  REMOVED → langgraph, langchain-aws, langchain-mcp-adapters, anthropic, langgraph-cli  |  KEPT → langgraph-checkpoint-postgres (for AsyncPostgresStore)  |  ADDED → strands-agents&gt;=1.29.0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Data — Learning Loop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9ED6"/>
                </a:solidFill>
              </a:rPr>
              <a:t>Data from POC-memoryImplementation runs (Feb–Mar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383280" cy="2560320"/>
          </a:xfrm>
          <a:prstGeom prst="rect">
            <a:avLst/>
          </a:prstGeom>
          <a:solidFill>
            <a:srgbClr val="1E2D4A"/>
          </a:solidFill>
          <a:ln w="254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ED6"/>
                </a:solidFill>
              </a:rPr>
              <a:t>Feb 23–24,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Memory System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AsyncPostgresSaver (Tier 2)
• AsyncPostgresStore (Tier 3)
• 6 tables created in mspubs schema
• 6 unit + 4 integration tests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3931920" cy="2560320"/>
          </a:xfrm>
          <a:prstGeom prst="rect">
            <a:avLst/>
          </a:prstGeom>
          <a:solidFill>
            <a:srgbClr val="1E2D4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Feb 24,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First Run → Store Populated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83080"/>
            <a:ext cx="37490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v1.2.6 deployed with memory
• First workflow run completed
• store table: 5 rows saved
• checkpoint table: 48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97280"/>
            <a:ext cx="3410712" cy="2560320"/>
          </a:xfrm>
          <a:prstGeom prst="rect">
            <a:avLst/>
          </a:prstGeom>
          <a:solidFill>
            <a:srgbClr val="1E2D4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18872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Feb 26,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46304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🎯 Learning Loop 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783080"/>
            <a:ext cx="322783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• Pod log: 'Long-term memory search
  returned 1 results → injecting
  1 similar past assignments'
• AI used its own history!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1457432" cy="2606040"/>
          </a:xfrm>
          <a:prstGeom prst="rect">
            <a:avLst/>
          </a:prstGeom>
          <a:solidFill>
            <a:srgbClr val="121A2E"/>
          </a:solidFill>
          <a:ln w="12700">
            <a:solidFill>
              <a:srgbClr val="234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ED6"/>
                </a:solidFill>
              </a:rPr>
              <a:t>Mar 2, 2026 Database Snapshot (mspubs-dev RDS)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51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51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251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5262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LangGraph session checkpoints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Retired (Strands uses S3)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mspubs.checkpoint_blobs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7316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731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LangGraph blob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773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Retired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005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mspubs.checkpoint_writes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00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2005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Write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0200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Retired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6694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2669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2669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Long-term assignment 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2669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✅  ACTIVE — Strands uses this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13831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mspubs.store_migrations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513831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51383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Schema version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51383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Session Memory Workaround (No Infra Required)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9ED6"/>
                </a:solidFill>
              </a:rPr>
              <a:t>Strands degrades gracefully — S3 is optional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2377440"/>
          </a:xfrm>
          <a:prstGeom prst="rect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</a:rPr>
              <a:t>❌  Blocker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IRSA role (er-bedrock-sa) needs s3:PutObject / s3:GetObject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on acs-us-east-1-gtsai-dev-s3-er-sessions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Infra team not available to add the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Without permission: S3SessionManager raises AccessDenied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Result: pod crashes or no 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097280"/>
            <a:ext cx="5239512" cy="2377440"/>
          </a:xfrm>
          <a:prstGeom prst="rect">
            <a:avLst/>
          </a:prstGeom>
          <a:solidFill>
            <a:srgbClr val="122A1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✅  Built-in Graceful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S3_SESSIONS_BUCKET env var not set → session manager =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Agent runs without session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Tier 3 (Postgres) long-term memory still fully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 code changes needed — already built this 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Just leave S3_SESSIONS_BUCKET unset in ConfigMap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11457432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ED6"/>
                </a:solidFill>
              </a:rPr>
              <a:t>ee_agent_strands.py — _build_session_manager()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def _build_session_manager(self, session_id: str):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6110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D6"/>
                </a:solidFill>
              </a:rPr>
              <a:t>    s3_bucket = os.getenv('S3_SESSIONS_BUCKET')   # ← not set = 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988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if not s3_bucket: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        return None   # ← graceful: agent runs without session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7433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    ...               # ← if set: S3SessionManager activated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69280"/>
            <a:ext cx="11457432" cy="777240"/>
          </a:xfrm>
          <a:prstGeom prst="rect">
            <a:avLst/>
          </a:prstGeom>
          <a:solidFill>
            <a:srgbClr val="1A2A1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15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Recommendation: Deploy without S3_SESSIONS_BUCKET for now. Tier 3 learning loop remains fully active. Add S3 permission later when infra team is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LangGraph vs Strands — Detailed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347472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3327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03327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LangGraph (v1.3.0)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03327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Strands (v1.4.0)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033271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Winner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8988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Code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4173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 files, ~1,094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 file, ~520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14173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09928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373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Workflow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7373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Graph: fixed node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Model-driven: LLM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1737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2996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574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Tier 2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057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Postgres (6 RDS tables)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57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S3 (1 JSON/run)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20574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50008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377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Tier 3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23774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AsyncPostgresStore (RDS)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377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AsyncPostgresStore (RDS)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23774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7004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697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AWS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6974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Anthropic SDK + langchain-aws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697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Native boto3/IRSA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26974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0088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0175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Dependency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3017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+5 packages (langgraph stack)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017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+1 package (strands-agents)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3017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1012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3375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Tool flexibility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3337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Fixed tool call order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337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LLM skips unnecessary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3337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630168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657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Learning loop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36576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Proven Feb 24→26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Preserved (same Tier 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36576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Tie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95020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977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Pod restart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3977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Loses session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977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S3 reloads session (when enabled)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39776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70248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976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Pydantic compat.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297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V1/V2 mix — warnings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297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V2 ConfigDict — clean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42976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Strands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90288"/>
            <a:ext cx="11640312" cy="310896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6177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4617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6 unit + 4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Inherited + new unit tests TBD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4200" y="46177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</a:rPr>
              <a:t>LangGraph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910327"/>
            <a:ext cx="11640312" cy="310896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93775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Maturity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88920" y="49377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Stable, widely used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493775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v1.29.0, AWS-backed, 5.3k stars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44200" y="493775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</a:rPr>
              <a:t>LangGraph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Dev Deployment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9ED6"/>
                </a:solidFill>
              </a:rPr>
              <a:t>EKS namespace: er  |  image: ghcr.io/acspubsedsg/at-ai-editor-recommender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Branch pushed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143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feature/strands-memory-implementation @ 5c927636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ee_graph_*.py deleted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44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ee_graph_anthropic, ee_graph_claude, ee_graph all removed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465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ee_agent_strands.py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46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EditorAssignmentAgent with @tool, BedrockModel, S3SessionManager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482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LangGraph deps 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48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langgraph, langchain-aws, anthropic removed from pyproject.toml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strands-agents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50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strands-agents&gt;=1.29.0 in pyproject.toml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517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Pydantic V2 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51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ConfigDict(from_attributes=True) — zero warnings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Import check passes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53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warnings.filterwarnings('error') → ALL IMPORTS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552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S3 bucket created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55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acs-us-east-1-gtsai-dev-s3-er-sessions (us-east-1)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570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✅ K8s YAML 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57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S3_SESSIONS_BUCKET set in deployment-irsa.yaml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143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Build new Docker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143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Bump version v1.3.0 → v1.4.0 in Dockerfile/pyproject.toml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444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Push image to GHCR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447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ghcr.io/acspubsedsg/at-ai-editor-recommender:v1.4.0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746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Update image tag in 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17465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deployment-irsa.yaml: image: ...v1.4.0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048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kubectl apply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0482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kubectl apply -f k8s/dev/at-ai-editor-recommender/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350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Verify pod starts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350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kubectl get pods -n er — check Running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651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Check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kubectl logs -n er &lt;pod&gt; — look for 'Strands workflow starting'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953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Run test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9535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POST /execute_workflow with a test manuscript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255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Add IRSA S3 policy (infra)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2552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s3:PutObject/GetObject on acs-us-east-1-gtsai-dev-s3-er-sessions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557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⬜ Verify S3 session saved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5570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Check S3 bucket for session JSON after first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23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1155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Deploy to dev EKS (v1.4.0)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716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Build image, push to GHCR, kubectl apply — no IRSA S3 needed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Immediate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556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Run test workflow &amp; verify Tier 3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11679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POST /execute_workflow → check logs for 'Strands workflow starting' + Postgres store write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77439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334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9C12"/>
                </a:solidFill>
              </a:rPr>
              <a:t>When infra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39572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Add IRSA S3 policy for session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59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s3:PutObject + s3:GetObject on acs-us-east-1-gtsai-dev-s3-er-sessions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17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735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9ED6"/>
                </a:solidFill>
              </a:rPr>
              <a:t>After 5+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0358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Prove Strands learning loop (same as LangGraph proof)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291839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Check pod logs for: 'Long-term memory search returned N results → injecting N similar past assignments'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136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9ED6"/>
                </a:solidFill>
              </a:rPr>
              <a:t>Stage / Prod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67588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Promote branch → PR → merge → deploy to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93192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Update stage K8s ConfigMap with POSTGRES_URI, S3_SESSIONS_BUCKET, MODEL_ID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9768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97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537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9ED6"/>
                </a:solidFill>
              </a:rPr>
              <a:t>Cleanup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Remove retired Postgres checkpoint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720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DROP checkpoint, checkpoint_blobs, checkpoint_writes tables from mspubs schema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37760"/>
            <a:ext cx="10972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4A9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37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1937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9ED6"/>
                </a:solidFill>
              </a:rPr>
              <a:t>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49560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Update README with Strands architecture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21208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Add IRSA policy snippet + S3 bucket requirements for new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