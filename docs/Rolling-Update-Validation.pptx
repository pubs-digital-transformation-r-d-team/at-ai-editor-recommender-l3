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Sudhanshu" userId="6a603b59-444f-432a-9cca-f86ea98ac30c" providerId="ADAL" clId="{63A7FE99-6124-4725-BF9A-CE5AC741DA5E}"/>
    <pc:docChg chg="custSel modSld sldOrd">
      <pc:chgData name="Singh, Sudhanshu" userId="6a603b59-444f-432a-9cca-f86ea98ac30c" providerId="ADAL" clId="{63A7FE99-6124-4725-BF9A-CE5AC741DA5E}" dt="2026-03-09T05:24:34.661" v="81" actId="20577"/>
      <pc:docMkLst>
        <pc:docMk/>
      </pc:docMkLst>
      <pc:sldChg chg="ord">
        <pc:chgData name="Singh, Sudhanshu" userId="6a603b59-444f-432a-9cca-f86ea98ac30c" providerId="ADAL" clId="{63A7FE99-6124-4725-BF9A-CE5AC741DA5E}" dt="2026-03-05T10:33:43.880" v="41"/>
        <pc:sldMkLst>
          <pc:docMk/>
          <pc:sldMk cId="0" sldId="258"/>
        </pc:sldMkLst>
      </pc:sldChg>
      <pc:sldChg chg="delSp modSp mod">
        <pc:chgData name="Singh, Sudhanshu" userId="6a603b59-444f-432a-9cca-f86ea98ac30c" providerId="ADAL" clId="{63A7FE99-6124-4725-BF9A-CE5AC741DA5E}" dt="2026-03-09T05:24:34.661" v="81" actId="20577"/>
        <pc:sldMkLst>
          <pc:docMk/>
          <pc:sldMk cId="0" sldId="262"/>
        </pc:sldMkLst>
        <pc:spChg chg="mod">
          <ac:chgData name="Singh, Sudhanshu" userId="6a603b59-444f-432a-9cca-f86ea98ac30c" providerId="ADAL" clId="{63A7FE99-6124-4725-BF9A-CE5AC741DA5E}" dt="2026-03-09T05:24:34.661" v="81" actId="20577"/>
          <ac:spMkLst>
            <pc:docMk/>
            <pc:sldMk cId="0" sldId="262"/>
            <ac:spMk id="8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47120" cy="292608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009CDE"/>
                </a:solidFill>
                <a:latin typeface="Calibri"/>
              </a:defRPr>
            </a:pPr>
            <a:r>
              <a:t>Rolling Pod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Live Validation on EKS Dev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88899"/>
                </a:solidFill>
                <a:latin typeface="Calibri"/>
              </a:defRPr>
            </a:pPr>
            <a:r>
              <a:t>Service: at-ai-editor-recommender  |  Namespace: er  |  Cluster: acs-gtsai-dev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663440"/>
            <a:ext cx="576072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88899"/>
                </a:solidFill>
                <a:latin typeface="Calibri"/>
              </a:defRPr>
            </a:pPr>
            <a:r>
              <a:t>ENG-9411  •  ACS GTS AI  • 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64008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Problem: Downtime During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E74C3C"/>
                </a:solidFill>
                <a:latin typeface="Calibri"/>
              </a:defRPr>
            </a:pPr>
            <a:r>
              <a:t>Default Kubernetes rolling update settings cause service interruptions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5303520" cy="347472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74C3C"/>
                </a:solidFill>
                <a:latin typeface="Calibri"/>
              </a:defRPr>
            </a:pPr>
            <a:r>
              <a:t>Default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rPr dirty="0"/>
              <a:t>strategy: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/>
              <a:t>  type: </a:t>
            </a:r>
            <a:r>
              <a:rPr dirty="0" err="1"/>
              <a:t>RollingUpdate</a:t>
            </a:r>
            <a:endParaRPr dirty="0"/>
          </a:p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rollingUpdate</a:t>
            </a:r>
            <a:r>
              <a:rPr dirty="0"/>
              <a:t>:</a:t>
            </a:r>
          </a:p>
          <a:p>
            <a:pPr algn="l">
              <a:spcAft>
                <a:spcPts val="350"/>
              </a:spcAft>
              <a:defRPr sz="1400" b="1">
                <a:solidFill>
                  <a:srgbClr val="E74C3C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maxUnavailable</a:t>
            </a:r>
            <a:r>
              <a:rPr dirty="0"/>
              <a:t>: 25%  ← PROBLEM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maxSurge</a:t>
            </a:r>
            <a:r>
              <a:rPr dirty="0"/>
              <a:t>: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74C3C"/>
                </a:solidFill>
                <a:latin typeface="Calibri"/>
              </a:defRPr>
            </a:pPr>
            <a:r>
              <a:t>With only 1 replica, 25% maxUnavailable = pod goes down before new one is ready → downtime!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5486400" cy="347472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CCCCC"/>
                </a:solidFill>
                <a:latin typeface="Calibri"/>
              </a:defRPr>
            </a:pPr>
            <a:r>
              <a:t>What Happens (Old Behavior)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T+0s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880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Deploy triggered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T+1s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2918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Old pod TERMINATED  ← gap begins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T+12s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703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New pod 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T+18s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114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New pod ContainerCreating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T+28s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5262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New pod 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39C12"/>
                </a:solidFill>
                <a:latin typeface="Calibri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49377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~27s of service interruption!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64008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Fix: Zero-Downtime Rolling Update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2ECC71"/>
                </a:solidFill>
                <a:latin typeface="Calibri"/>
              </a:defRPr>
            </a:pPr>
            <a:r>
              <a:t>Applied to at-ai-editor-recommender-deployment via Kustomize overlay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54864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t>spec: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CCCCCC"/>
                </a:solidFill>
                <a:latin typeface="Courier New"/>
              </a:defRPr>
            </a:pPr>
            <a:r>
              <a:t>  replicas: 1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t>  strategy: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CCCCCC"/>
                </a:solidFill>
                <a:latin typeface="Courier New"/>
              </a:defRPr>
            </a:pPr>
            <a:r>
              <a:t>    type: RollingUpdate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t>    rollingUpdate:</a:t>
            </a:r>
          </a:p>
          <a:p>
            <a:pPr algn="l">
              <a:spcAft>
                <a:spcPts val="375"/>
              </a:spcAft>
              <a:defRPr sz="1500" b="1">
                <a:solidFill>
                  <a:srgbClr val="2ECC71"/>
                </a:solidFill>
                <a:latin typeface="Courier New"/>
              </a:defRPr>
            </a:pPr>
            <a:r>
              <a:t>      maxUnavailable: 0   ✓</a:t>
            </a:r>
          </a:p>
          <a:p>
            <a:pPr algn="l">
              <a:spcAft>
                <a:spcPts val="375"/>
              </a:spcAft>
              <a:defRPr sz="1500" b="1">
                <a:solidFill>
                  <a:srgbClr val="2ECC71"/>
                </a:solidFill>
                <a:latin typeface="Courier New"/>
              </a:defRPr>
            </a:pPr>
            <a:r>
              <a:t>      maxSurge: 1         ✓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t>  template: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t>    spec: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99"/>
                </a:solidFill>
                <a:latin typeface="Courier New"/>
              </a:defRPr>
            </a:pPr>
            <a:r>
              <a:t>      containers:</a:t>
            </a:r>
          </a:p>
          <a:p>
            <a:pPr algn="l">
              <a:spcAft>
                <a:spcPts val="350"/>
              </a:spcAft>
              <a:defRPr sz="1400" b="1">
                <a:solidFill>
                  <a:srgbClr val="1ABC9C"/>
                </a:solidFill>
                <a:latin typeface="Courier New"/>
              </a:defRPr>
            </a:pPr>
            <a:r>
              <a:t>        - imagePullPolicy: IfNotPresent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5"/>
              </a:spcAft>
              <a:defRPr sz="1700" b="1">
                <a:solidFill>
                  <a:srgbClr val="2ECC71"/>
                </a:solidFill>
                <a:latin typeface="Calibri"/>
              </a:defRPr>
            </a:pPr>
            <a:r>
              <a:t>maxUnavailable: 0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5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Kubernetes will NOT terminate the old pod until the new pod is fully Ready. Guarantees at least 1 pod is always serving traffic.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25"/>
              </a:spcAft>
              <a:defRPr sz="1700" b="1">
                <a:solidFill>
                  <a:srgbClr val="009CDE"/>
                </a:solidFill>
                <a:latin typeface="Calibri"/>
              </a:defRPr>
            </a:pPr>
            <a:r>
              <a:t>maxSurge: 1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5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Allows one extra pod above the desired replica count during rollout. New pod starts alongside old pod, health-checked before traffic switch.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25"/>
              </a:spcAft>
              <a:defRPr sz="1700" b="1">
                <a:solidFill>
                  <a:srgbClr val="1ABC9C"/>
                </a:solidFill>
                <a:latin typeface="Calibri"/>
              </a:defRPr>
            </a:pPr>
            <a:r>
              <a:t>imagePullPolicy: IfNotPresent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5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Skips image pull if the image is already cached on the node. Eliminates dependency on GitHub Container Registry during restarts.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64008" cy="47548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How It Works: Pod Lifecycle During a Rolling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009CDE"/>
                </a:solidFill>
                <a:latin typeface="Calibri"/>
              </a:defRPr>
            </a:pPr>
            <a:r>
              <a:t>maxUnavailable: 0  ensures the old pod stays alive until the new pod is healthy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60320"/>
            <a:ext cx="1874519" cy="18288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2560320"/>
            <a:ext cx="1874519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39C12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783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Rollout</a:t>
            </a:r>
            <a:br/>
            <a:r>
              <a:t>Triggered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 + 0s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5" y="32461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2560320"/>
            <a:ext cx="1874519" cy="18288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79" y="2560320"/>
            <a:ext cx="1874519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599" y="26700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9CDE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3035808"/>
            <a:ext cx="1783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New Pod</a:t>
            </a:r>
            <a:br/>
            <a:r>
              <a:t>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599" y="4023360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 + 2s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4" y="32461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2560320"/>
            <a:ext cx="1874519" cy="18288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78" y="2560320"/>
            <a:ext cx="1874519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1998" y="26700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1ABC9C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8" y="3035808"/>
            <a:ext cx="1783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New Pod</a:t>
            </a:r>
            <a:br/>
            <a:r>
              <a:t>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8" y="4023360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 + 10s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3" y="32461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7" y="2560320"/>
            <a:ext cx="1874519" cy="18288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77" y="2560320"/>
            <a:ext cx="1874519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397" y="26700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ECC71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397" y="3035808"/>
            <a:ext cx="1783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New Pod</a:t>
            </a:r>
            <a:br/>
            <a:r>
              <a:t>Ready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397" y="4023360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 + 18s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2" y="32461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76" y="2560320"/>
            <a:ext cx="1874519" cy="18288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41076" y="2560320"/>
            <a:ext cx="1874519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796" y="26700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74C3C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796" y="3035808"/>
            <a:ext cx="1783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Old Pod</a:t>
            </a:r>
            <a:br/>
            <a:r>
              <a:t>Terminated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6" y="4023360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 + 20s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709160"/>
            <a:ext cx="11338560" cy="548640"/>
          </a:xfrm>
          <a:prstGeom prst="rect">
            <a:avLst/>
          </a:prstGeom>
          <a:solidFill>
            <a:srgbClr val="0D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754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CC71"/>
                </a:solidFill>
                <a:latin typeface="Calibri"/>
              </a:defRPr>
            </a:pPr>
            <a:r>
              <a:t>✓  Traffic never interrupted — at every moment between T+0 and T+20, at least 1 pod is Running and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486400"/>
            <a:ext cx="11338560" cy="91440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400" b="1">
                <a:solidFill>
                  <a:srgbClr val="009CDE"/>
                </a:solidFill>
                <a:latin typeface="Calibri"/>
              </a:defRPr>
            </a:pPr>
            <a:r>
              <a:t>How the health check works: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Kubernetes checks the readinessProbe (HTTP GET /ready) before marking a pod Ready. Only when Ready → old pod is removed from Service endpoints and then terminated.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64008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LIVE TEST RESULTS — Zero-Downtime Confirmed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2ECC71"/>
                </a:solidFill>
                <a:latin typeface="Calibri"/>
              </a:defRPr>
            </a:pPr>
            <a:r>
              <a:t>kubectl rollout restart  →  Observed every 5 seconds for 60 seconds  |  Dev Cluster, namespace: 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286000"/>
            <a:ext cx="59436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2322576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T+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2286000"/>
            <a:ext cx="123444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3225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Timestamp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2286000"/>
            <a:ext cx="96012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1992" y="232257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Total Pods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2286000"/>
            <a:ext cx="82296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2112" y="2322576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Running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2286000"/>
            <a:ext cx="333756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32257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Pod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6912" y="2286000"/>
            <a:ext cx="77724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2632" y="23225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2286000"/>
            <a:ext cx="1234440" cy="347472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23225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633472"/>
            <a:ext cx="59436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2679192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0s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" y="2633472"/>
            <a:ext cx="123444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2679192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14:42:36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76272" y="2633472"/>
            <a:ext cx="96012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12848" y="2679192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36392" y="2633472"/>
            <a:ext cx="82296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72968" y="2679192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59352" y="2633472"/>
            <a:ext cx="333756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95928" y="2679192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Rollout restart triggered 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633472"/>
            <a:ext cx="77724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33488" y="2679192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74152" y="2633472"/>
            <a:ext cx="1234440" cy="347472"/>
          </a:xfrm>
          <a:prstGeom prst="rect">
            <a:avLst/>
          </a:prstGeom>
          <a:solidFill>
            <a:srgbClr val="35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10728" y="2679192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TRIGGERED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2973629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7472" y="2980944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3026664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18s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2980944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3026664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14:42:54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76272" y="2980944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12848" y="3026664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36392" y="2980944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72968" y="3026664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9352" y="2980944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95928" y="3026664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96912" y="2980944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33488" y="3026664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18s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74152" y="2980944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10728" y="3026664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3321101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47472" y="3328416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4048" y="3374136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28s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" y="3328416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8408" y="3374136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14:43:04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76272" y="3328416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12848" y="3374136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6392" y="3328416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72968" y="3374136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59352" y="3328416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95928" y="3374136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96912" y="3328416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33488" y="3374136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28s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74152" y="3328416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10728" y="3374136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" y="3668573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47472" y="3675888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4048" y="3721608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38s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" y="3675888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78408" y="3721608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14:43:13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76272" y="3675888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212848" y="3721608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36392" y="3675888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72968" y="3721608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9352" y="3675888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995928" y="3721608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96912" y="3675888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33488" y="3721608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38s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74152" y="3675888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10728" y="3721608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" y="4016045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47472" y="4023360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4048" y="4069080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48s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1832" y="4023360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78408" y="4069080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14:43:23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6272" y="4023360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212848" y="4069080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36392" y="4023360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72968" y="4069080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9352" y="4023360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995928" y="4069080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96912" y="4023360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333488" y="4069080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48s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74152" y="4023360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110728" y="4069080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" y="4363517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347472" y="4370832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84048" y="4416552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57s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41832" y="4370832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78408" y="4416552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14:43:33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76272" y="4370832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212848" y="4416552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136392" y="4370832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172968" y="4416552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959352" y="4370832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995928" y="4416552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296912" y="4370832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333488" y="4416552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57s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74152" y="4370832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110728" y="4416552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" y="4710989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47472" y="4718304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84048" y="4764024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67s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41832" y="4718304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78408" y="4764024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14:43:43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176272" y="4718304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212848" y="4764024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136392" y="4718304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172968" y="4764024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959352" y="4718304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995928" y="4764024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296912" y="4718304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333488" y="4764024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67s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74152" y="4718304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110728" y="4764024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7472" y="5058461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7472" y="5065776"/>
            <a:ext cx="5943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84048" y="5111496"/>
            <a:ext cx="557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77s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41832" y="5065776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8408" y="5111496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14:43:52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176272" y="5065776"/>
            <a:ext cx="96012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212848" y="5111496"/>
            <a:ext cx="9235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136392" y="5065776"/>
            <a:ext cx="8229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172968" y="5111496"/>
            <a:ext cx="7863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959352" y="5065776"/>
            <a:ext cx="333756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995928" y="5111496"/>
            <a:ext cx="3300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BC9C"/>
                </a:solidFill>
                <a:latin typeface="Calibri"/>
              </a:defRPr>
            </a:pPr>
            <a:r>
              <a:t>66c747c9b7-w75pp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296912" y="5065776"/>
            <a:ext cx="7772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333488" y="5111496"/>
            <a:ext cx="740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77s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74152" y="5065776"/>
            <a:ext cx="1234440" cy="347472"/>
          </a:xfrm>
          <a:prstGeom prst="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110728" y="5111496"/>
            <a:ext cx="11978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RUNNING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47472" y="5405933"/>
            <a:ext cx="89611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47472" y="5486400"/>
            <a:ext cx="89611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47472" y="55778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Old pod 6b58d7bc95-2j72w (running 8 days) was already terminated before first observation at T+18s  —  transition completed in &lt; 18 seconds</a:t>
            </a:r>
          </a:p>
          <a:p>
            <a:pPr algn="l">
              <a:spcAft>
                <a:spcPts val="325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Running count NEVER dropped to 0  •  maxUnavailable: 0 enforced correctly  •  Zero downtime ✓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64008" cy="47548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Before vs. After: Impact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009CDE"/>
                </a:solidFill>
                <a:latin typeface="Calibri"/>
              </a:defRPr>
            </a:pPr>
            <a:r>
              <a:t>Two configuration changes, dramatic reliability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94560"/>
            <a:ext cx="5394960" cy="4206240"/>
          </a:xfrm>
          <a:prstGeom prst="rect">
            <a:avLst/>
          </a:prstGeom>
          <a:solidFill>
            <a:srgbClr val="30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2194560"/>
            <a:ext cx="539496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✗ 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maxUnavailable: 25%  (= 1 pod with replicas:1)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maxSurge: 25%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t>imagePullPolicy: Always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→ Pod killed before replacement is Ready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t>→ ~27 seconds of service unavailability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→ Pull fails if GHCR is unreachable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→ Slow restarts due to unnecessary image pulls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5394960" cy="420624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194560"/>
            <a:ext cx="53949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12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✓ 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maxUnavailable: 0  (old pod stays alive)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1ABC9C"/>
                </a:solidFill>
                <a:latin typeface="Calibri"/>
              </a:defRPr>
            </a:pPr>
            <a:r>
              <a:t>maxSurge: 1  (new pod spins up alongside)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1ABC9C"/>
                </a:solidFill>
                <a:latin typeface="Calibri"/>
              </a:defRPr>
            </a:pPr>
            <a:r>
              <a:t>imagePullPolicy: IfNotPresent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→ Replacement ready BEFORE old pod goes down</a:t>
            </a:r>
          </a:p>
          <a:p>
            <a:pPr algn="l">
              <a:spcAft>
                <a:spcPts val="35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0 seconds downtime (live tested ✓)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→ No GHCR dependency at restart time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→ Fast restarts using cached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840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888899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64008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Current Status Across All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F39C12"/>
                </a:solidFill>
                <a:latin typeface="Calibri"/>
              </a:defRPr>
            </a:pPr>
            <a:r>
              <a:t>Dev cluster audit — er namespace  |  March 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331720"/>
            <a:ext cx="3657600" cy="457200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2395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2331720"/>
            <a:ext cx="1737360" cy="457200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50792" y="2395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maxUnavailable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2432" y="2331720"/>
            <a:ext cx="1371600" cy="457200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8152" y="2395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maxSurge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4032" y="2331720"/>
            <a:ext cx="2286000" cy="457200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9752" y="23957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imagePullPolicy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00032" y="2331720"/>
            <a:ext cx="2651760" cy="457200"/>
          </a:xfrm>
          <a:prstGeom prst="rect">
            <a:avLst/>
          </a:prstGeom>
          <a:solidFill>
            <a:srgbClr val="007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5752" y="2395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788920"/>
            <a:ext cx="3657600" cy="4572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2852928"/>
            <a:ext cx="3602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at-ai-editor-recommender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2788920"/>
            <a:ext cx="1737360" cy="4572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59936" y="28529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2788920"/>
            <a:ext cx="1371600" cy="4572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97296" y="2852928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4032" y="2788920"/>
            <a:ext cx="2286000" cy="4572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68896" y="285292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2ECC71"/>
                </a:solidFill>
                <a:latin typeface="Calibri"/>
              </a:defRPr>
            </a:pPr>
            <a:r>
              <a:t>IfNotPresent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00032" y="2788920"/>
            <a:ext cx="2651760" cy="4572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2852928"/>
            <a:ext cx="2596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CC71"/>
                </a:solidFill>
                <a:latin typeface="Calibri"/>
              </a:defRPr>
            </a:pPr>
            <a:r>
              <a:t>✓ COMPLETE + TESTED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238805"/>
            <a:ext cx="117043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3246120"/>
            <a:ext cx="36576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" y="3310128"/>
            <a:ext cx="3602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rPr dirty="0"/>
              <a:t>agent-invoke-client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05072" y="3246120"/>
            <a:ext cx="173736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59936" y="33101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42432" y="3246120"/>
            <a:ext cx="13716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97296" y="3310128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14032" y="3246120"/>
            <a:ext cx="22860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68896" y="331012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74C3C"/>
                </a:solidFill>
                <a:latin typeface="Calibri"/>
              </a:defRPr>
            </a:pPr>
            <a:r>
              <a:t>Always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3246120"/>
            <a:ext cx="265176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54896" y="3310128"/>
            <a:ext cx="2596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⚠ Needs Update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3696005"/>
            <a:ext cx="117043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7472" y="4153205"/>
            <a:ext cx="117043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47472" y="4160520"/>
            <a:ext cx="36576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2336" y="4224528"/>
            <a:ext cx="3602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rPr dirty="0"/>
              <a:t>at-ai-topic-extraction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05072" y="4160520"/>
            <a:ext cx="173736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59936" y="42245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42432" y="4160520"/>
            <a:ext cx="13716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97296" y="4224528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14032" y="4160520"/>
            <a:ext cx="22860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68896" y="422452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74C3C"/>
                </a:solidFill>
                <a:latin typeface="Calibri"/>
              </a:defRPr>
            </a:pPr>
            <a:r>
              <a:t>Always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00032" y="4160520"/>
            <a:ext cx="265176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454896" y="4224528"/>
            <a:ext cx="2596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⚠ Needs Update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" y="4610405"/>
            <a:ext cx="117043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47472" y="4617720"/>
            <a:ext cx="36576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" y="4681728"/>
            <a:ext cx="3602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rPr dirty="0"/>
              <a:t>ee-</a:t>
            </a:r>
            <a:r>
              <a:rPr dirty="0" err="1"/>
              <a:t>api</a:t>
            </a:r>
            <a:endParaRPr dirty="0"/>
          </a:p>
        </p:txBody>
      </p:sp>
      <p:sp>
        <p:nvSpPr>
          <p:cNvPr id="62" name="Rectangle 61"/>
          <p:cNvSpPr/>
          <p:nvPr/>
        </p:nvSpPr>
        <p:spPr>
          <a:xfrm>
            <a:off x="4005072" y="4617720"/>
            <a:ext cx="173736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059936" y="46817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42432" y="4617720"/>
            <a:ext cx="13716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797296" y="4681728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14032" y="4617720"/>
            <a:ext cx="228600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68896" y="468172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74C3C"/>
                </a:solidFill>
                <a:latin typeface="Calibri"/>
              </a:defRPr>
            </a:pPr>
            <a:r>
              <a:t>Always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00032" y="4617720"/>
            <a:ext cx="2651760" cy="457200"/>
          </a:xfrm>
          <a:prstGeom prst="rect">
            <a:avLst/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54896" y="4681728"/>
            <a:ext cx="2596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39C12"/>
                </a:solidFill>
                <a:latin typeface="Calibri"/>
              </a:defRPr>
            </a:pPr>
            <a:r>
              <a:t>⚠ Needs Update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" y="5067605"/>
            <a:ext cx="117043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47472" y="5524805"/>
            <a:ext cx="11704320" cy="7315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47472" y="5669280"/>
            <a:ext cx="11475720" cy="73152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5488" y="5678424"/>
            <a:ext cx="1115568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rPr dirty="0"/>
              <a:t>Next Steps:</a:t>
            </a:r>
          </a:p>
          <a:p>
            <a:pPr algn="l">
              <a:spcAft>
                <a:spcPts val="325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  Apply rolling update config to remaining  services via </a:t>
            </a:r>
            <a:r>
              <a:rPr dirty="0" err="1"/>
              <a:t>ArgoCD</a:t>
            </a:r>
            <a:r>
              <a:rPr dirty="0"/>
              <a:t> sync  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728</Words>
  <Application>Microsoft Office PowerPoint</Application>
  <PresentationFormat>Widescreen</PresentationFormat>
  <Paragraphs>189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Sudhanshu</cp:lastModifiedBy>
  <cp:revision>1</cp:revision>
  <dcterms:created xsi:type="dcterms:W3CDTF">2013-01-27T09:14:16Z</dcterms:created>
  <dcterms:modified xsi:type="dcterms:W3CDTF">2026-03-09T05:24:43Z</dcterms:modified>
  <cp:category/>
</cp:coreProperties>
</file>