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Sudhanshu" userId="6a603b59-444f-432a-9cca-f86ea98ac30c" providerId="ADAL" clId="{63A7FE99-6124-4725-BF9A-CE5AC741DA5E}"/>
    <pc:docChg chg="delSld modSld">
      <pc:chgData name="Singh, Sudhanshu" userId="6a603b59-444f-432a-9cca-f86ea98ac30c" providerId="ADAL" clId="{63A7FE99-6124-4725-BF9A-CE5AC741DA5E}" dt="2026-03-02T13:24:40.616" v="12" actId="47"/>
      <pc:docMkLst>
        <pc:docMk/>
      </pc:docMkLst>
      <pc:sldChg chg="modSp mod">
        <pc:chgData name="Singh, Sudhanshu" userId="6a603b59-444f-432a-9cca-f86ea98ac30c" providerId="ADAL" clId="{63A7FE99-6124-4725-BF9A-CE5AC741DA5E}" dt="2026-02-26T13:30:56.447" v="11" actId="1076"/>
        <pc:sldMkLst>
          <pc:docMk/>
          <pc:sldMk cId="0" sldId="260"/>
        </pc:sldMkLst>
        <pc:spChg chg="mod">
          <ac:chgData name="Singh, Sudhanshu" userId="6a603b59-444f-432a-9cca-f86ea98ac30c" providerId="ADAL" clId="{63A7FE99-6124-4725-BF9A-CE5AC741DA5E}" dt="2026-02-26T13:15:26.860" v="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30:47.666" v="10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30:56.447" v="11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6:34.561" v="8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6:39.206" v="9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6:17.715" v="5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6:12.101" v="4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6:05.294" v="3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6T13:15:57.396" v="2" actId="1076"/>
          <ac:spMkLst>
            <pc:docMk/>
            <pc:sldMk cId="0" sldId="260"/>
            <ac:spMk id="18" creationId="{00000000-0000-0000-0000-000000000000}"/>
          </ac:spMkLst>
        </pc:spChg>
      </pc:sldChg>
      <pc:sldChg chg="del">
        <pc:chgData name="Singh, Sudhanshu" userId="6a603b59-444f-432a-9cca-f86ea98ac30c" providerId="ADAL" clId="{63A7FE99-6124-4725-BF9A-CE5AC741DA5E}" dt="2026-03-02T13:24:40.616" v="12" actId="47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Editor Recommender — Memory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DC3E6"/>
                </a:solidFill>
                <a:latin typeface="Calibri"/>
              </a:defRPr>
            </a:pPr>
            <a:r>
              <a:t>From Stateless to Learning: Session &amp; Long-Term Memory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February 2026  |  v1.3.0  |  Dev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DC3E6"/>
                </a:solidFill>
                <a:latin typeface="Calibri"/>
              </a:defRPr>
            </a:pPr>
            <a:r>
              <a:t>GTS AI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The Problem: A Stateless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389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Calibri"/>
              </a:defRPr>
            </a:pPr>
            <a:r>
              <a:t>Before (Stateless)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Every workflow started from scratch — no memory of past decisions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If a pod crashed mid-workflow, all progress was lost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LLM made the same analysis repeatedly for similar manuscripts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No audit trail — couldn't trace why an editor was picked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No way to learn from patterns in past assignments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050"/>
                </a:solidFill>
                <a:latin typeface="Calibri"/>
              </a:defRPr>
            </a:pPr>
            <a:r>
              <a:t>After (With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Every decision is saved to PostgreSQL — survives pod restarts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Crash recovery: workflow resumes from last checkpoint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LLM sees past assignments as context for new decisions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Full audit trail of every step in every workflow</a:t>
            </a:r>
          </a:p>
          <a:p>
            <a:pPr>
              <a:spcAft>
                <a:spcPts val="600"/>
              </a:spcAft>
              <a:defRPr sz="1400">
                <a:solidFill>
                  <a:srgbClr val="595659"/>
                </a:solidFill>
                <a:latin typeface="Calibri"/>
              </a:defRPr>
            </a:pPr>
            <a:r>
              <a:t>System learns and improves with each manuscript processed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Memory Architecture: Two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Calibri"/>
              </a:defRPr>
            </a:pPr>
            <a:r>
              <a:t>Tier 2 — Session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659"/>
                </a:solidFill>
                <a:latin typeface="Calibri"/>
              </a:defRPr>
            </a:pPr>
            <a:r>
              <a:t>LangGraph AsyncPostgresSaver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Saves workflow state after EACH graph node executes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If pod crashes → resumes from last checkpoint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Thread-based: each manuscript gets unique thread_id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Full audit trail of every step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Tables: checkpoints, checkpoint_blobs, checkpoint_writes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050"/>
                </a:solidFill>
                <a:latin typeface="Calibri"/>
              </a:defRPr>
            </a:pPr>
            <a:r>
              <a:t>Tier 3 — Long-Term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95659"/>
                </a:solidFill>
                <a:latin typeface="Calibri"/>
              </a:defRPr>
            </a:pPr>
            <a:r>
              <a:t>LangGraph AsyncPostgresStore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Saves completed assignment decisions permanently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Organized by journal: namespace = ("assignments", journal_id)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Each entry stores: editor, reasoning, runner-up, topics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Before each new decision, system queries past assignments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Past assignments injected into LLM prompt as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6035040"/>
            <a:ext cx="5760720" cy="5486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PostgreSQL 17.4  |  mspubs-dev RDS  |  mspubs schema  |  6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Database: Tables &amp; Data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Calibri"/>
              </a:defRPr>
            </a:pPr>
            <a:r>
              <a:rPr dirty="0"/>
              <a:t>Session Memory Tables (Tier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Columns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checkpoints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thread_id, checkpoint_id, type, checkpoint (jsonb), metadata (jsonb)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checkpoint_blobs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thread_id, channel, version, blob (bytea)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checkpoint_writes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thread_id, checkpoint_id, task_id, channel, blob (bytea)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checkpoint_migrations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v (integer)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  <a:latin typeface="Calibri"/>
              </a:defRPr>
            </a:pPr>
            <a:r>
              <a:t>Long-Term Memory Tables (Tier 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37360"/>
          <a:ext cx="50292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Columns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prefix, key, value (jsonb), created_at, updated_at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store_migrations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v (integer)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Store Value Schema (what we save per assignment):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editor_id — ORCID of selected editor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editor_person_id — PersonId of selected editor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reasoning — LLM's full reasoning for the decision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runner_up — Second-choice editor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filtered_out_editors — Editors removed due to COI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journal_id — Which journal (jm, ja, oc, etc.)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manuscript_number — Unique manuscript identifier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topics — Extracted research topics from reasoning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timestamp — When the decision was made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0440" y="-45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rPr dirty="0"/>
              <a:t>How the Learning Loop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0040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Manuscript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1768" y="10287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POST /</a:t>
            </a:r>
            <a:r>
              <a:rPr dirty="0" err="1"/>
              <a:t>execute_workflow</a:t>
            </a:r>
            <a:br>
              <a:rPr dirty="0"/>
            </a:br>
            <a:r>
              <a:rPr dirty="0"/>
              <a:t>with </a:t>
            </a:r>
            <a:r>
              <a:rPr dirty="0" err="1"/>
              <a:t>manuscript_number</a:t>
            </a:r>
            <a:r>
              <a:rPr dirty="0"/>
              <a:t> &amp; </a:t>
            </a:r>
            <a:r>
              <a:rPr dirty="0" err="1"/>
              <a:t>journal_id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0040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Fetch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EE API returns manuscript info</a:t>
            </a:r>
            <a:br>
              <a:rPr dirty="0"/>
            </a:br>
            <a:r>
              <a:rPr dirty="0"/>
              <a:t>+ available editors from Oracle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00400" cy="10972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Search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1768" y="3794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Query store table:</a:t>
            </a:r>
            <a:br>
              <a:rPr dirty="0"/>
            </a:br>
            <a:r>
              <a:rPr dirty="0"/>
              <a:t>"Any past decisions for this journal?"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3200400" cy="10972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Inject Into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129784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Past assignments formatted and added</a:t>
            </a:r>
            <a:br>
              <a:rPr dirty="0"/>
            </a:br>
            <a:r>
              <a:rPr dirty="0"/>
              <a:t>to LLM prompt as reference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57200"/>
            <a:ext cx="320040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LLM Decides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2" y="10744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Claude reads: editors + manuscript +</a:t>
            </a:r>
            <a:br>
              <a:rPr dirty="0"/>
            </a:br>
            <a:r>
              <a:rPr dirty="0"/>
              <a:t>journal rules + PAST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3200400" cy="109728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 Save to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2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Decision saved to store BEFORE</a:t>
            </a:r>
            <a:br>
              <a:rPr dirty="0"/>
            </a:br>
            <a:r>
              <a:rPr dirty="0"/>
              <a:t>calling assignment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00400"/>
            <a:ext cx="3200400" cy="10972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 Call Assignment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Submit editor assignment</a:t>
            </a:r>
            <a:br>
              <a:rPr dirty="0"/>
            </a:br>
            <a:r>
              <a:rPr dirty="0"/>
              <a:t>to downstream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572000"/>
            <a:ext cx="3200400" cy="10972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 Next Run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95659"/>
                </a:solidFill>
                <a:latin typeface="Calibri"/>
              </a:defRPr>
            </a:pPr>
            <a:r>
              <a:rPr dirty="0"/>
              <a:t>Future manuscripts see this decision</a:t>
            </a:r>
            <a:br>
              <a:rPr dirty="0"/>
            </a:br>
            <a:r>
              <a:rPr dirty="0"/>
              <a:t>as reference → better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1B3A5C"/>
                </a:solidFill>
                <a:latin typeface="Calibri"/>
              </a:defRPr>
            </a:pPr>
            <a:r>
              <a:rPr dirty="0"/>
              <a:t>Key: Save happens BEFORE the assignment API call — even if downstream fails, the LLM's decision is captured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Real Example: Feb 24 — First Decision (No Memory Yet)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82880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Feb 24,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5659"/>
                </a:solidFill>
                <a:latin typeface="Calibri"/>
              </a:defRPr>
            </a:pPr>
            <a:r>
              <a:t>Manuscript: jm-2021-01708p  |  Journal: jm  |  Store: EMPTY (0 past decisions)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  <a:latin typeface="Calibri"/>
              </a:defRPr>
            </a:pPr>
            <a:r>
              <a:t>What LLM Received in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Manuscript Type: Article, Peer-Reviewed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Author Institutions: None provided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Editor 1: 130958 (Editor-in-Chief, rank 1, Vanderbilt)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Editor 2: 971391 (Executive Editor, rank 2, Oxford)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Journal Rules: PATH C = pick lowest rank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Past Assignments: NONE ← empty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41148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  <a:latin typeface="Calibri"/>
              </a:defRPr>
            </a:pPr>
            <a:r>
              <a:t>LLM Decision: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Selected Editor: 130958 (Editor-in-Chief)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Reasoning: PATH C — rank 1 is lowest available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Runner-up: 971391 (Executive Editor, rank 2)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COI: None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What Got Saved to Memory: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Namespace: ("assignments", "jm")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Key: jm-2021-01708p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Value: editor 130958, reasoning, runner-up, topics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00B050"/>
                </a:solidFill>
                <a:latin typeface="Calibri"/>
              </a:defRPr>
            </a:pPr>
            <a:r>
              <a:t>Pod Log: "Saved assignment to long-term memory: jm-2021-01708p → editor 130958"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Real Example: Feb 26 — Second Decision (Memory Active!)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828800" cy="4572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Feb 26,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95659"/>
                </a:solidFill>
                <a:latin typeface="Calibri"/>
              </a:defRPr>
            </a:pPr>
            <a:r>
              <a:t>Manuscript: jm-2021-018697  |  Journal: jm  |  Store: 1 past decision for jm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  <a:latin typeface="Calibri"/>
              </a:defRPr>
            </a:pPr>
            <a:r>
              <a:t>Step 1: Memory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System queries store table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Filter: namespace = (assignments, jm)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Found 1 result: jm-2021-01708p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The Feb 24 decision!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41148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  <a:latin typeface="Calibri"/>
              </a:defRPr>
            </a:pPr>
            <a:r>
              <a:t>Step 2: 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Past assignment formatted as text: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"Manuscript jm-2021-01708p"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"Assigned Editor: 130958"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"Reasoning: PATH C, rank 1"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Injected into {past_assignments}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placeholder in LLM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474720" cy="411480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Calibri"/>
              </a:defRPr>
            </a:pPr>
            <a:r>
              <a:t>Step 3: LLM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LLM sees current manuscript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LLM sees available editors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LLM sees journal rules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LLM sees past decision ← NEW!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Decides: editor 130958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Consistent with prior pattern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217920"/>
            <a:ext cx="10698480" cy="457200"/>
          </a:xfrm>
          <a:prstGeom prst="roundRect">
            <a:avLst/>
          </a:prstGeom>
          <a:solidFill>
            <a:srgbClr val="1B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00B050"/>
                </a:solidFill>
                <a:latin typeface="Calibri"/>
              </a:defRPr>
            </a:pPr>
            <a:r>
              <a:t>Pod Log: "Long-term memory search returned 1 results" → "injecting 1 similar past assignments into prompt"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Implementation: Files &amp; Tests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Lines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memory.py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Core memory module — create_checkpointer(), create_store(), save_assignment_to_memory(), search_similar_assignments(), format_past_assignments_for_prompt()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ee_graph_anthropic.py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Integrated memory read (search past assignments before LLM call) and memory write (save decision before assignment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FastAPI lifespan initializes memory when POSTGRES_URI is set; graceful degradation without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test_memory.py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6 unit tests against real Postgres — checkpointer, store, save, search, 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t>test_memory_integration.py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595659"/>
                          </a:solidFill>
                          <a:latin typeface="Calibri"/>
                        </a:defRPr>
                      </a:pPr>
                      <a:r>
                        <a:rPr dirty="0"/>
                        <a:t>4 integration tests — full workflow with mocked APIs, verifying session + long-term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Technology Stack: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langgraph-checkpoint-postgres v3.0.4 — AsyncPostgresSaver for session memory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langgraph-store-postgres — AsyncPostgresStore for long-term key-value memory (pgvector-ready)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psycopg[binary] v3.2 + AsyncConnectionPool — async Postgres connections</a:t>
            </a:r>
          </a:p>
          <a:p>
            <a:pPr>
              <a:spcAft>
                <a:spcPts val="600"/>
              </a:spcAft>
              <a:defRPr sz="1300">
                <a:solidFill>
                  <a:srgbClr val="595659"/>
                </a:solidFill>
                <a:latin typeface="Calibri"/>
              </a:defRPr>
            </a:pPr>
            <a:r>
              <a:t>PostgreSQL 17.4 on AWS RDS (mspubs-dev) — existing infrastructure, no new database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What's Next: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  <a:latin typeface="Calibri"/>
              </a:defRPr>
            </a:pPr>
            <a:r>
              <a:t>✓ Completed (POC)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Session memory (checkpoints)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Long-term memory (key-value store)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Memory save before API call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Prompt injection of past decisions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10 tests (6 unit + 4 integration)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Deployed v1.3.0 to dev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Real data captured &amp; verified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Learning loop proven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45720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D7D31"/>
                </a:solidFill>
                <a:latin typeface="Calibri"/>
              </a:defRPr>
            </a:pPr>
            <a:r>
              <a:t>→ Next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pgvector for semantic search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Bedrock Titan embeddings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Topic-based manuscript matching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Scale test with more manuscripts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Journals with 10+ editors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Human feedback integration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Memory cleanup / TTL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474720" cy="4572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Calibri"/>
              </a:defRPr>
            </a:pPr>
            <a:r>
              <a:t>◇ Future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Learn from editorial outcomes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Track acceptance/rejection rates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Editor workload balancing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Cross-journal pattern sharing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Confidence scoring over time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Human-in-the-loop approval</a:t>
            </a:r>
          </a:p>
          <a:p>
            <a:pPr>
              <a:spcAft>
                <a:spcPts val="600"/>
              </a:spcAft>
              <a:defRPr sz="1200">
                <a:solidFill>
                  <a:srgbClr val="595659"/>
                </a:solidFill>
                <a:latin typeface="Calibri"/>
              </a:defRPr>
            </a:pPr>
            <a:r>
              <a:t>A/B testing memory vs no-memory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Built a 2-tier memory system that makes the Editor Recommender learn from past decisions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Session Memory: Every workflow step is checkpointed — crash recovery + full audit trail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Long-Term Memory: Every assignment decision is saved and used as context for future runs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Proven with real data: Feb 24 decision was found and injected into Feb 26 prompt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system now gets smarter with every manuscript processed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Next: Semantic search (pgvector) for topic-aware matching across manuscripts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DC3E6"/>
                </a:solidFill>
                <a:latin typeface="Calibri"/>
              </a:defRPr>
            </a:pPr>
            <a:r>
              <a:t>v1.3.0  |  10 Tests Passing  |  5 Store Entries  |  6 Threads Tracked  |  Dev Deployed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1344</Words>
  <Application>Microsoft Office PowerPoint</Application>
  <PresentationFormat>Widescreen</PresentationFormat>
  <Paragraphs>189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Sudhanshu</cp:lastModifiedBy>
  <cp:revision>1</cp:revision>
  <dcterms:created xsi:type="dcterms:W3CDTF">2013-01-27T09:14:16Z</dcterms:created>
  <dcterms:modified xsi:type="dcterms:W3CDTF">2026-03-02T13:24:51Z</dcterms:modified>
  <cp:category/>
</cp:coreProperties>
</file>